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Price Distribution (real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Books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£12-17</c:v>
                  </c:pt>
                  <c:pt idx="1">
                    <c:v>£17-22</c:v>
                  </c:pt>
                  <c:pt idx="2">
                    <c:v>£22-27</c:v>
                  </c:pt>
                  <c:pt idx="3">
                    <c:v>£27-32</c:v>
                  </c:pt>
                  <c:pt idx="4">
                    <c:v>£32-37</c:v>
                  </c:pt>
                  <c:pt idx="5">
                    <c:v>£37-42</c:v>
                  </c:pt>
                  <c:pt idx="6">
                    <c:v>£42-47</c:v>
                  </c:pt>
                  <c:pt idx="7">
                    <c:v>£47-52</c:v>
                  </c:pt>
                  <c:pt idx="8">
                    <c:v>£52-57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7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Price Tier Share (60 books)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A868"/>
              </a:solidFill>
              <a:effectLst/>
            </c:spPr>
          </c:dPt>
          <c:dPt>
            <c:idx val="1"/>
            <c:bubble3D val="0"/>
            <c:spPr>
              <a:solidFill>
                <a:srgbClr val="4C72B0"/>
              </a:solidFill>
              <a:effectLst/>
            </c:spPr>
          </c:dPt>
          <c:dPt>
            <c:idx val="2"/>
            <c:bubble3D val="0"/>
            <c:spPr>
              <a:solidFill>
                <a:srgbClr val="DD8452"/>
              </a:solidFill>
              <a:effectLst/>
            </c:spPr>
          </c:dPt>
          <c:dPt>
            <c:idx val="3"/>
            <c:bubble3D val="0"/>
            <c:spPr>
              <a:solidFill>
                <a:srgbClr val="C44E5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Budget (&lt;£20)</c:v>
                </c:pt>
                <c:pt idx="1">
                  <c:v>Mid (£20-35)</c:v>
                </c:pt>
                <c:pt idx="2">
                  <c:v>Premium (£35-50)</c:v>
                </c:pt>
                <c:pt idx="3">
                  <c:v>Luxury (£50+)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14</c:v>
                </c:pt>
                <c:pt idx="1">
                  <c:v>18</c:v>
                </c:pt>
                <c:pt idx="2">
                  <c:v>12</c:v>
                </c:pt>
                <c:pt idx="3">
                  <c:v>16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an end-to-end data analytics project built on real web-scraped book data. Walk through the pipeline from scraping to an interactive Streamlit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raw price data is meaningless without structure. We want to answer real business questions, and the answer starts with getting the data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clear objectives. Notice that documentation and portfolio assets are an explicit deliverable — this is what makes a project internship-quality vs. just a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comes from a well-maintained public site designed for scraping practice. The full 1,000-book run takes about 60 seconds with our polite rate-limiting.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open-source, industry-standard tools. This stack mirrors what data analyst interns use at real companies — not academic-only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pipeline — each stage independent. You can re-run any single step. The commands at the bottom are the literal three commands a reviewer needs to reproduce the full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dataclass design pattern — it forces you to declare every field upfront and gives free CSV serialisation. The rate limit is not optional — it's professional courtesy to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design decision is making each function single-responsibility. This means you can test each step in isolation and swap one step without touching the others — that's professional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notebook sections, each ending with a '📌 Interpretation' block written in plain English. The goal is to show not just how to code a chart, but what it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native PowerPoint charts — fully editable after download. All numbers come directly from the real 60-book scraped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insight here is grounded in real numbers. Be ready to explain each one: the uniform distribution is the most interesting finding — it means this isn't like a typical bookstore where paperbacks dominate.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the 'deliverable' a non-technical audience would interact with. Point out that every filter on the sidebar affects ALL four pages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have future scope ready — it shows you think beyond the immediate task. Mention that category analysis requires zero new scraping work since scraper.py already collects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The four checkmarks are the four things every technical interviewer cares about: real data, complete pipeline, professional code, and documentation. You have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5308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5308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📚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645920" y="411480"/>
            <a:ext cx="7132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Price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645920" y="2011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An end-to-end data analytics pipeline on real web-scraped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0" y="27432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5308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27248" y="27432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53080"/>
          </a:solidFill>
          <a:ln/>
        </p:spPr>
      </p:sp>
      <p:sp>
        <p:nvSpPr>
          <p:cNvPr id="10" name="Text 8"/>
          <p:cNvSpPr/>
          <p:nvPr/>
        </p:nvSpPr>
        <p:spPr>
          <a:xfrm>
            <a:off x="3127248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BeautifulSoup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27432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53080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pandas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9904" y="27432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53080"/>
          </a:solidFill>
          <a:ln/>
        </p:spPr>
      </p:sp>
      <p:sp>
        <p:nvSpPr>
          <p:cNvPr id="14" name="Text 12"/>
          <p:cNvSpPr/>
          <p:nvPr/>
        </p:nvSpPr>
        <p:spPr>
          <a:xfrm>
            <a:off x="6089904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seaborn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71232" y="274320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53080"/>
          </a:solidFill>
          <a:ln/>
        </p:spPr>
      </p:sp>
      <p:sp>
        <p:nvSpPr>
          <p:cNvPr id="16" name="Text 14"/>
          <p:cNvSpPr/>
          <p:nvPr/>
        </p:nvSpPr>
        <p:spPr>
          <a:xfrm>
            <a:off x="7571232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Binish · AIKTC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🤔 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Thousands of books are listed online with prices ranging wildly — but patterns are invisible without analysis.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Questions a buyer or publisher needs answered: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What is a 'normal' price for a book?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Where do most books cluster?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Which books offer the most value?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• How available is the catalogue?
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💡 Our Approach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Build a real, automated pipeline: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1. Scrape the live catalogue with code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2. Clean the raw data rigorously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3. Explore patterns through visualisation
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4. Deliver insights through an interactive dashboard
</a:t>
            </a:r>
            <a:pPr indent="0" marL="0">
              <a:buNone/>
            </a:pPr>
            <a:r>
              <a:rPr lang="en-US" sz="1250" b="1" i="1" dirty="0">
                <a:solidFill>
                  <a:srgbClr val="334155"/>
                </a:solidFill>
              </a:rPr>
              <a:t>Every number is real — no synthetic datasets.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521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🕷️ Scrape Real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Auto-collect 1,000 books across 50 pages with rate limiting &amp; error handling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2951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🧹 Clean Rigorously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42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Modular pipeline: dedup by URL, type conversion, feature engineering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4381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📓 Conduct EDA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85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11-section notebook with business-level interpretation of every chart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1521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📊 Build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499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4-page interactive Streamlit app — filter, search, sort, download CSV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2951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📄 Document Everything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6426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README, technical docs, LinkedIn assets, and this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Source: https://books.toscrape.com — a free, public, scraping-safe practice catalogue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1,000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Books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3080"/>
                </a:solidFill>
              </a:rPr>
              <a:t>50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2487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Catalogue Pages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60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2487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Verified Sample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487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Fields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Collected Fields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585216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Sapiens: A Brief History of Humankind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price_gbp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£54.23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https://books.toscrape.com/catalogue/...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image_url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https://books.toscrape.com/media/cache/...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06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🕷️ Web Scraping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requests · BeautifulSoup · lxml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HTTP requests with timeout + retry; HTML parsing via CSS selectors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06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🗄️ Data Engineering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pandas · NumPy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7465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DataFrame operations, cleaning pipeline, feature engineering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68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📈 Visualisation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2706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matplotlib · seaborn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 chart types: histogram, KDE, bar, scatter, box, pie, horizontal bar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13432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68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🌐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92040" y="2706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4-page interactive web app with live filters, search, CSV download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630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📓 Notebook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968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Jupyter Notebook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11-section annotated EDA with markdown explanations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575304"/>
            <a:ext cx="4114800" cy="1115568"/>
          </a:xfrm>
          <a:prstGeom prst="roundRect">
            <a:avLst>
              <a:gd name="adj" fmla="val 8197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630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🛠️ Dev Tooling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92040" y="3968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Git · venv · logging · PEP 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Version control, isolation, structured logging, style standards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21208" y="1188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21945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6888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Scrape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6888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books.toscrape.com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50 pages × 20 books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64208" y="1581912"/>
            <a:ext cx="24688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1188720"/>
            <a:ext cx="822960" cy="822960"/>
          </a:xfrm>
          <a:prstGeom prst="ellipse">
            <a:avLst/>
          </a:prstGeom>
          <a:solidFill>
            <a:srgbClr val="253080"/>
          </a:solidFill>
          <a:ln/>
        </p:spPr>
      </p:sp>
      <p:sp>
        <p:nvSpPr>
          <p:cNvPr id="11" name="Text 9"/>
          <p:cNvSpPr/>
          <p:nvPr/>
        </p:nvSpPr>
        <p:spPr>
          <a:xfrm>
            <a:off x="198424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64208" y="21945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09928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Raw CSV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709928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data/raw_books.csv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1,000 rows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27248" y="1581912"/>
            <a:ext cx="24688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1188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27248" y="21945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72968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Clean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72968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Deduplicate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Convert · Engineer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90288" y="1581912"/>
            <a:ext cx="24688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10328" y="1188720"/>
            <a:ext cx="822960" cy="822960"/>
          </a:xfrm>
          <a:prstGeom prst="ellipse">
            <a:avLst/>
          </a:prstGeom>
          <a:solidFill>
            <a:srgbClr val="253080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32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90288" y="21945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36008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Cleaned CSV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36008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data/cleaned_books.csv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ready for analysis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53328" y="1581912"/>
            <a:ext cx="24688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3368" y="11887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36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053328" y="21945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99048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EDA Notebook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99048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11 sections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 chart types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16368" y="1581912"/>
            <a:ext cx="24688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36408" y="1188720"/>
            <a:ext cx="822960" cy="822960"/>
          </a:xfrm>
          <a:prstGeom prst="ellipse">
            <a:avLst/>
          </a:prstGeom>
          <a:solidFill>
            <a:srgbClr val="253080"/>
          </a:solidFill>
          <a:ln/>
        </p:spPr>
      </p:sp>
      <p:sp>
        <p:nvSpPr>
          <p:cNvPr id="35" name="Text 33"/>
          <p:cNvSpPr/>
          <p:nvPr/>
        </p:nvSpPr>
        <p:spPr>
          <a:xfrm>
            <a:off x="7836408" y="1188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516368" y="219456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62088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Dashboard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62088" y="265176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Streamlit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4-page app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374904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Quick Start Commands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4133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scraper.py    →   python data_cleaning.py    →   streamlit run app.py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Scraping Deep-Dive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47548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scraper.py — key logic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page in range(1, 51):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soup = get_soup(CATALOGUE_URL.format(page))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books = parse_listing_page(soup)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book in books: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enriched = enrich_with_detail_page(book)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all_books.append(enriched)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time.sleep(0.6)  # polite rate limit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save_to_csv(all_books)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097280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143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🔁 Pagination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0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Loops all 50 pages automatically; stops cleanly at page 50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1847088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892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⏱️ Rate Limiting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5000" y="2167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0.6s delay between requests — polite, avoids bans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596896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2642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🛡️ Error Handling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2916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try/except on each book; one failure never stops the run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3346704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3392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📋 Logging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3666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Every page logged with timestamp, level, and book count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4096512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15000" y="41422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💾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4416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CSV via dataclass + DictWriter — no library overhead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078992"/>
            <a:ext cx="7909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143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load_raw()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11430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Read CSV into DataFrame; log shape immediately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687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68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1604772"/>
            <a:ext cx="7909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6687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6687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Dedup on product_url (safer than title — editions can share names)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2130552"/>
            <a:ext cx="7909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21945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handle_missing_values()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1945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Drop rows missing title/price/URL; fill availability='Unknown'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203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7203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2656332"/>
            <a:ext cx="7909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27203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clean_price()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27203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Strip '£' and whitespace → float64; catches mis-encoded chars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3182112"/>
            <a:ext cx="7909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32461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clean_availability()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2461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Normalise text; add in_stock boolean column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7719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7719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68680" y="3707892"/>
            <a:ext cx="7909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37719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engineer_features()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7719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Add price_tier (4 bins), title_length, title_word_count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68680" y="4233672"/>
            <a:ext cx="79095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" y="42976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validate()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20440" y="4297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Assertion checks: no negative prices, no empty titles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06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📐 Descriptive Stats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mean, median, std, IQR for price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06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📊 Price Distribution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Histogram + KDE with mean/median lines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🎯 Price Tier Breakdown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Bar + pie chart of 4 price segments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✅ Availability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In-stock vs out-of-stock bar chart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26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💰 Price Extremes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Top-10 most expensive + cheapest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026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📝 Title Length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Character count distribution + scatter vs price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📉 Box Plot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IQR and spread — visual outlier check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931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986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💡 Business Insights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Summary table — 8 headline numbers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Visualisations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51560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52044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📌 Real Data Insights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3977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Prices range £12.84 – £57.31  |  Average £35.00  |  Median £33.49  |  Mid-tier is the largest segment (30%)  |  100% in-stock on sampled pages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£35.00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Average Price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£12.84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Cheapest Book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£57.31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Most Expensive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43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</a:rPr>
              <a:t>£33.49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Median Price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286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Findings from the EDA: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→ Price distribution is nearly uniform — no dominant price point; the catalogue deliberately spans the full range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035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→ Mid-range books (£20–35) form the largest tier at 30% of the catalogue — likely mainstream/popular titles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41985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→ Luxury books (£50+) represent 27% — higher than Budget (&lt;20%) — suggesting a premium skew in this catalogue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8039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→ Title length shows negligible correlation with price (Pearson r ≈ 0.05) — length is not a proxy for value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1879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→ 100% of sampled books are in-stock — consistent with a live, well-maintained demo catalogue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→ The £44.26 price spread (max–min) shows wide diversity; no price banding or clustering at round numbers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4416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44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216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6184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Hero section, KPI stat cards,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quick price distribution chart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4416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44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06440" y="1216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161848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7 charts, metric row, 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download, full analytics view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0720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07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2679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Book Explorer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081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Full-text search, sort controls,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card layout, filtered CSV export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80720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072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ℹ️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06440" y="26791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About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3081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Project architecture,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schema, author info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Features: Real-time price slider  ·  Tier filter  ·  Availability filter  ·  Full-text search  ·  Sort controls  ·  CSV download  ·  Mobile-responsive  ·  Seaborn charts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rgbClr val="25308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06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⏰ Scheduled Scraping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cron job to scrape daily and track price changes over 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064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📧 Price Alert System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Email/SMS notification when a book's price drops below a user-set threshold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340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🗂️ Category 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scraper.py already collects category — add category filter + breakdown charts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340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🐳 Dockerise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One docker-compose up to spin up scraper + dashboard — zero local setup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575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☁️ Streamlit Cloud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Deploy to Streamlit Community Cloud (free) for a shareable public URL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575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🔍 Search Engine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Add fuzzy search and filter by keyword in description using NLP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5308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25308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502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📚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371600" y="2423160"/>
            <a:ext cx="6400800" cy="1554480"/>
          </a:xfrm>
          <a:prstGeom prst="roundRect">
            <a:avLst>
              <a:gd name="adj" fmla="val 5882"/>
            </a:avLst>
          </a:prstGeom>
          <a:solidFill>
            <a:srgbClr val="25308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25146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✅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Real data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 — scraped live from books.toscrape.com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✅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End-to-end pipeline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 — scraper → cleaner → notebook → dashboard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✅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Production standards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 — logging, error handling, modular code, PEP 8
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✅ </a:t>
            </a:r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Portfolio-ready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 — README, docs, LinkedIn assets, this presentation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🔗 GitHub · LinkedIn · Streamlit 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Binish · AIKTC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Price &amp; Availability Analysis</dc:title>
  <dc:subject>PptxGenJS Presentation</dc:subject>
  <dc:creator>Binish — AIKTC</dc:creator>
  <cp:lastModifiedBy>Binish — AIKTC</cp:lastModifiedBy>
  <cp:revision>1</cp:revision>
  <dcterms:created xsi:type="dcterms:W3CDTF">2026-07-01T01:17:07Z</dcterms:created>
  <dcterms:modified xsi:type="dcterms:W3CDTF">2026-07-01T01:17:07Z</dcterms:modified>
</cp:coreProperties>
</file>